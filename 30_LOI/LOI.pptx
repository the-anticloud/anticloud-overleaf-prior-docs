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OVERLEAF | Category: ACADEMIA_RD</a:t>
            </a:r>
          </a:p>
          <a:p>
            <a:r>
              <a:t>Upstream: see project repository (MIT/Apache-2.0)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OVERLEAF (Upstream open-source component (OVERLEAF) repackaged for offline Anticloud deployment.),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MIT/Apache-2.0;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