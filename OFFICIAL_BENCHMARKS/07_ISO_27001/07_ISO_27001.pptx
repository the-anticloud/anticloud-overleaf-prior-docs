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2026-10-02T09:25:03.910190Z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e3a3916faab911b839f8b2f50bf6f830a9d5749a153ac49a255d07d999736b30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2026-10-02T09:25:03.910190Z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