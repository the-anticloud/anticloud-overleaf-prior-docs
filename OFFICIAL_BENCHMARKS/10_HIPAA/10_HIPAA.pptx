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2026-10-02T09:25:04.274498Z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88804545aa0eac054e678babff76be03fa285b765ab635327fac21f4bcf23938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2026-10-02T09:25:04.274498Z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