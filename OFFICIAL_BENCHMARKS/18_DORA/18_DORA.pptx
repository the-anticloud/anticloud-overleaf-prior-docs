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2026-10-02T09:25:05.489837Z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dd785c025352a4f50ede45406959d6e5345a35f7406cfd4223a561f0d56ffb02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2026-10-02T09:25:05.489837Z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