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2026-10-02T09:25:03.778970Z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5e4ed993ddb1ef5462607a64290bf2a8d034c3c11fe5213c63ecc7c9d3460fe5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2026-10-02T09:25:03.778970Z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