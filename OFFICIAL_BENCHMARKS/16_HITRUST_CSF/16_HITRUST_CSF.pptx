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2026-10-02T09:25:05.058065Z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eac4fde0b63098189773dd01af140ad909bb8161874191e0b9b28840244f89c6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2026-10-02T09:25:05.058065Z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